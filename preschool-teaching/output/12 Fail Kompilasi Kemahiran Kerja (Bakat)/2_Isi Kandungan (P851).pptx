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ISI KANDUNGAN — FAIL KOMPILASI KEMAHIRAN KERJA (P851)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Laporan Penilaian Bukti Kekompetenan Calon — JPK/ADI/03-2024 (Lampiran 6)</a:t>
            </a:r>
          </a:p>
          <a:p>
            <a:pPr>
              <a:defRPr sz="1400"/>
            </a:pPr>
            <a:r>
              <a:t>2. Slip Pengesahan Pendaftaran Calon ADI</a:t>
            </a:r>
          </a:p>
          <a:p>
            <a:pPr>
              <a:defRPr sz="1400"/>
            </a:pPr>
            <a:r>
              <a:t>3. Surat Tawaran Kerja Bakat ADI + surat terima tawaran (ditandatangani Bakat)</a:t>
            </a:r>
          </a:p>
          <a:p>
            <a:pPr>
              <a:defRPr sz="1400"/>
            </a:pPr>
            <a:r>
              <a:t>4. Carta Profil Kompetensi (CPC)</a:t>
            </a:r>
          </a:p>
          <a:p>
            <a:pPr>
              <a:defRPr sz="1400"/>
            </a:pPr>
            <a:r>
              <a:t>5. Matriks Pemetaan NOSS vs Proses Kerja</a:t>
            </a:r>
          </a:p>
          <a:p>
            <a:pPr>
              <a:defRPr sz="1400"/>
            </a:pPr>
            <a:r>
              <a:t>6. Borang Perakuan Pembimbing ADI — JPK/ADI/01-2024 (Lampiran 4)</a:t>
            </a:r>
          </a:p>
          <a:p>
            <a:pPr>
              <a:defRPr sz="1400"/>
            </a:pPr>
            <a:r>
              <a:t>7. Jadual Perancangan Pelaksanaan Program — Jadual Latihan Teori + Jadual Proses Kerja</a:t>
            </a:r>
          </a:p>
          <a:p>
            <a:pPr>
              <a:defRPr sz="1400"/>
            </a:pPr>
            <a:r>
              <a:t>8. Salinan Dokumen Penilaian Pengetahuan — Bukti Rekod Penilaian Pengetahuan CU + Core Abilities (helaian markah)</a:t>
            </a:r>
          </a:p>
          <a:p>
            <a:pPr>
              <a:defRPr sz="1400"/>
            </a:pPr>
            <a:r>
              <a:t>9. Salinan Dokumen Penilaian Kekompetenan (Pengalaman Kerja) — satu sub-pemisah setiap Proses Kerja P01…P12, diikuti bukti sebenar</a:t>
            </a:r>
          </a:p>
          <a:p>
            <a:pPr>
              <a:defRPr sz="1400"/>
            </a:pPr>
            <a:r>
              <a:t>10. LPKC (Laporan Projek Kompetensi Calon) — softcopy PDF + salinan slaid pembentangan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