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71CE9B-777F-9440-90CB-3F54F4FC5B98}" v="171" dt="2026-02-12T08:28:46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81" d="100"/>
          <a:sy n="81" d="100"/>
        </p:scale>
        <p:origin x="30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wi Tan Kee Voon" userId="dadb6901eb1848ae" providerId="LiveId" clId="{CC2C7C9C-3883-5877-A495-31E3C2DAFD26}"/>
    <pc:docChg chg="modSld">
      <pc:chgData name="Kiwi Tan Kee Voon" userId="dadb6901eb1848ae" providerId="LiveId" clId="{CC2C7C9C-3883-5877-A495-31E3C2DAFD26}" dt="2026-02-12T08:28:46.717" v="181" actId="20577"/>
      <pc:docMkLst>
        <pc:docMk/>
      </pc:docMkLst>
      <pc:sldChg chg="modSp">
        <pc:chgData name="Kiwi Tan Kee Voon" userId="dadb6901eb1848ae" providerId="LiveId" clId="{CC2C7C9C-3883-5877-A495-31E3C2DAFD26}" dt="2026-02-12T08:28:46.717" v="181" actId="20577"/>
        <pc:sldMkLst>
          <pc:docMk/>
          <pc:sldMk cId="1864496596" sldId="256"/>
        </pc:sldMkLst>
        <pc:graphicFrameChg chg="mod">
          <ac:chgData name="Kiwi Tan Kee Voon" userId="dadb6901eb1848ae" providerId="LiveId" clId="{CC2C7C9C-3883-5877-A495-31E3C2DAFD26}" dt="2026-02-12T08:28:46.717" v="181" actId="20577"/>
          <ac:graphicFrameMkLst>
            <pc:docMk/>
            <pc:sldMk cId="1864496596" sldId="256"/>
            <ac:graphicFrameMk id="4" creationId="{9A4DACE9-EBE5-5C6A-3E39-99D44CFE0CA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C1D49-60E7-4C59-BDA5-BA0C0678F111}" type="doc">
      <dgm:prSet loTypeId="urn:microsoft.com/office/officeart/2011/layout/Tab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833540CA-2D64-4B25-8210-5F1751E0AA5C}">
      <dgm:prSet phldrT="[Text]" custT="1"/>
      <dgm:spPr/>
      <dgm:t>
        <a:bodyPr/>
        <a:lstStyle/>
        <a:p>
          <a:r>
            <a:rPr lang="en-US" sz="2800" dirty="0"/>
            <a:t>1.</a:t>
          </a:r>
          <a:endParaRPr lang="en-MY" sz="2800" dirty="0"/>
        </a:p>
      </dgm:t>
    </dgm:pt>
    <dgm:pt modelId="{5FCEFF4B-8BDF-4475-8486-524C80F930E9}" type="parTrans" cxnId="{88DB2459-7C0D-48C0-B1C1-7AC5B0B64C62}">
      <dgm:prSet/>
      <dgm:spPr/>
      <dgm:t>
        <a:bodyPr/>
        <a:lstStyle/>
        <a:p>
          <a:endParaRPr lang="en-MY" sz="2400"/>
        </a:p>
      </dgm:t>
    </dgm:pt>
    <dgm:pt modelId="{EC6B53FF-6CA5-466D-B4C6-DF99D5EF1BBB}" type="sibTrans" cxnId="{88DB2459-7C0D-48C0-B1C1-7AC5B0B64C62}">
      <dgm:prSet/>
      <dgm:spPr/>
      <dgm:t>
        <a:bodyPr/>
        <a:lstStyle/>
        <a:p>
          <a:endParaRPr lang="en-MY" sz="2400"/>
        </a:p>
      </dgm:t>
    </dgm:pt>
    <dgm:pt modelId="{8AB83C18-E40E-44B2-BAEE-172BD6E48E30}">
      <dgm:prSet phldrT="[Text]" custT="1"/>
      <dgm:spPr/>
      <dgm:t>
        <a:bodyPr/>
        <a:lstStyle/>
        <a:p>
          <a:r>
            <a:rPr lang="en-US" sz="1800" b="1" dirty="0" err="1"/>
            <a:t>Laporan</a:t>
          </a:r>
          <a:r>
            <a:rPr lang="en-US" sz="1800" b="1" dirty="0"/>
            <a:t> </a:t>
          </a:r>
          <a:r>
            <a:rPr lang="en-US" sz="1800" b="1" dirty="0" err="1"/>
            <a:t>Penilaian</a:t>
          </a:r>
          <a:r>
            <a:rPr lang="en-US" sz="1800" b="1" dirty="0"/>
            <a:t> Bukti </a:t>
          </a:r>
          <a:r>
            <a:rPr lang="en-US" sz="1800" b="1" dirty="0" err="1"/>
            <a:t>Kekompetenan</a:t>
          </a:r>
          <a:r>
            <a:rPr lang="en-US" sz="1800" b="1" dirty="0"/>
            <a:t> Calon</a:t>
          </a:r>
          <a:endParaRPr lang="en-MY" sz="1800" b="1" dirty="0"/>
        </a:p>
      </dgm:t>
    </dgm:pt>
    <dgm:pt modelId="{2A7EF706-2F62-49FA-98C3-8365497960B6}" type="parTrans" cxnId="{77751407-249D-4422-BE15-24622FD8E0E1}">
      <dgm:prSet/>
      <dgm:spPr/>
      <dgm:t>
        <a:bodyPr/>
        <a:lstStyle/>
        <a:p>
          <a:endParaRPr lang="en-MY" sz="2400"/>
        </a:p>
      </dgm:t>
    </dgm:pt>
    <dgm:pt modelId="{84D5DC90-A4B2-40F1-80DC-22BE41B2D2C5}" type="sibTrans" cxnId="{77751407-249D-4422-BE15-24622FD8E0E1}">
      <dgm:prSet/>
      <dgm:spPr/>
      <dgm:t>
        <a:bodyPr/>
        <a:lstStyle/>
        <a:p>
          <a:endParaRPr lang="en-MY" sz="2400"/>
        </a:p>
      </dgm:t>
    </dgm:pt>
    <dgm:pt modelId="{D3F463B4-E9CF-4734-B35E-B274A23E6EA4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JPK/</a:t>
          </a:r>
          <a:r>
            <a:rPr lang="en-US" sz="1600" dirty="0" err="1"/>
            <a:t>ADi</a:t>
          </a:r>
          <a:r>
            <a:rPr lang="en-US" sz="1600" dirty="0"/>
            <a:t>/03-2024</a:t>
          </a:r>
          <a:endParaRPr lang="en-MY" sz="1600" dirty="0"/>
        </a:p>
      </dgm:t>
    </dgm:pt>
    <dgm:pt modelId="{54B340BC-D8B6-4094-A408-FB26873C6B94}" type="parTrans" cxnId="{A9D0FE6D-AD9F-4F10-9CB5-0DFA5B5402AE}">
      <dgm:prSet/>
      <dgm:spPr/>
      <dgm:t>
        <a:bodyPr/>
        <a:lstStyle/>
        <a:p>
          <a:endParaRPr lang="en-MY" sz="2400"/>
        </a:p>
      </dgm:t>
    </dgm:pt>
    <dgm:pt modelId="{24F2E92F-BB32-4E49-9359-2C06F5C482D4}" type="sibTrans" cxnId="{A9D0FE6D-AD9F-4F10-9CB5-0DFA5B5402AE}">
      <dgm:prSet/>
      <dgm:spPr/>
      <dgm:t>
        <a:bodyPr/>
        <a:lstStyle/>
        <a:p>
          <a:endParaRPr lang="en-MY" sz="2400"/>
        </a:p>
      </dgm:t>
    </dgm:pt>
    <dgm:pt modelId="{7F887A58-C145-4BD4-8D6F-DA3298149B5C}">
      <dgm:prSet phldrT="[Text]" custT="1"/>
      <dgm:spPr/>
      <dgm:t>
        <a:bodyPr/>
        <a:lstStyle/>
        <a:p>
          <a:r>
            <a:rPr lang="en-US" sz="2800" dirty="0"/>
            <a:t>2. </a:t>
          </a:r>
          <a:endParaRPr lang="en-MY" sz="2800" dirty="0"/>
        </a:p>
      </dgm:t>
    </dgm:pt>
    <dgm:pt modelId="{37CBE9D7-D9AA-4D2C-8ACC-56782989C3C0}" type="parTrans" cxnId="{E2C6F9EA-739C-4C90-9916-1D15996978B2}">
      <dgm:prSet/>
      <dgm:spPr/>
      <dgm:t>
        <a:bodyPr/>
        <a:lstStyle/>
        <a:p>
          <a:endParaRPr lang="en-MY" sz="2400"/>
        </a:p>
      </dgm:t>
    </dgm:pt>
    <dgm:pt modelId="{732E43DA-89BA-4AE1-ACEA-2BFEE74BEB9F}" type="sibTrans" cxnId="{E2C6F9EA-739C-4C90-9916-1D15996978B2}">
      <dgm:prSet/>
      <dgm:spPr/>
      <dgm:t>
        <a:bodyPr/>
        <a:lstStyle/>
        <a:p>
          <a:endParaRPr lang="en-MY" sz="2400"/>
        </a:p>
      </dgm:t>
    </dgm:pt>
    <dgm:pt modelId="{29179A47-9F3F-4A13-8145-1AC4E7FAE366}">
      <dgm:prSet phldrT="[Text]" custT="1"/>
      <dgm:spPr/>
      <dgm:t>
        <a:bodyPr/>
        <a:lstStyle/>
        <a:p>
          <a:r>
            <a:rPr lang="en-US" sz="2000" b="1" dirty="0" err="1"/>
            <a:t>Borang</a:t>
          </a:r>
          <a:r>
            <a:rPr lang="en-US" sz="2000" b="1" dirty="0"/>
            <a:t> </a:t>
          </a:r>
          <a:r>
            <a:rPr lang="en-US" sz="2000" b="1" dirty="0" err="1"/>
            <a:t>Perakuan</a:t>
          </a:r>
          <a:r>
            <a:rPr lang="en-US" sz="2000" b="1" dirty="0"/>
            <a:t> </a:t>
          </a:r>
          <a:r>
            <a:rPr lang="en-US" sz="2000" b="1" dirty="0" err="1"/>
            <a:t>Pembimbing</a:t>
          </a:r>
          <a:r>
            <a:rPr lang="en-US" sz="2000" b="1" dirty="0"/>
            <a:t> </a:t>
          </a:r>
          <a:r>
            <a:rPr lang="en-US" sz="2000" b="1" dirty="0" err="1"/>
            <a:t>ADi</a:t>
          </a:r>
          <a:endParaRPr lang="en-MY" sz="2000" b="1" dirty="0"/>
        </a:p>
      </dgm:t>
    </dgm:pt>
    <dgm:pt modelId="{2D5FA5CE-3930-4B68-8F85-5DA38F419819}" type="parTrans" cxnId="{B1C33CD4-BF31-4A09-86A9-70F2EE720C5B}">
      <dgm:prSet/>
      <dgm:spPr/>
      <dgm:t>
        <a:bodyPr/>
        <a:lstStyle/>
        <a:p>
          <a:endParaRPr lang="en-MY" sz="2400"/>
        </a:p>
      </dgm:t>
    </dgm:pt>
    <dgm:pt modelId="{A52FC6CA-E605-4ACC-B84F-EB6D64D05AF0}" type="sibTrans" cxnId="{B1C33CD4-BF31-4A09-86A9-70F2EE720C5B}">
      <dgm:prSet/>
      <dgm:spPr/>
      <dgm:t>
        <a:bodyPr/>
        <a:lstStyle/>
        <a:p>
          <a:endParaRPr lang="en-MY" sz="2400"/>
        </a:p>
      </dgm:t>
    </dgm:pt>
    <dgm:pt modelId="{5454FBB2-87F7-45C1-B21E-EF2EDC09608D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JPK/ADI/01-2024</a:t>
          </a:r>
          <a:endParaRPr lang="en-MY" sz="1600" dirty="0"/>
        </a:p>
      </dgm:t>
    </dgm:pt>
    <dgm:pt modelId="{9C754F7C-9C31-410B-BF46-6D51ECBE5556}" type="parTrans" cxnId="{581AE670-C250-46DF-B75F-A175BF826881}">
      <dgm:prSet/>
      <dgm:spPr/>
      <dgm:t>
        <a:bodyPr/>
        <a:lstStyle/>
        <a:p>
          <a:endParaRPr lang="en-MY" sz="2400"/>
        </a:p>
      </dgm:t>
    </dgm:pt>
    <dgm:pt modelId="{C32CD2EE-D952-46DC-BD8F-6F7223ACF405}" type="sibTrans" cxnId="{581AE670-C250-46DF-B75F-A175BF826881}">
      <dgm:prSet/>
      <dgm:spPr/>
      <dgm:t>
        <a:bodyPr/>
        <a:lstStyle/>
        <a:p>
          <a:endParaRPr lang="en-MY" sz="2400"/>
        </a:p>
      </dgm:t>
    </dgm:pt>
    <dgm:pt modelId="{503109B5-4E82-4138-A782-3D537AE0259B}">
      <dgm:prSet phldrT="[Text]" custT="1"/>
      <dgm:spPr/>
      <dgm:t>
        <a:bodyPr/>
        <a:lstStyle/>
        <a:p>
          <a:r>
            <a:rPr lang="en-US" sz="2800" dirty="0"/>
            <a:t>3.</a:t>
          </a:r>
          <a:endParaRPr lang="en-MY" sz="2800" dirty="0"/>
        </a:p>
      </dgm:t>
    </dgm:pt>
    <dgm:pt modelId="{19AE1692-1DF0-4ABB-B8AA-D426FE59F45E}" type="parTrans" cxnId="{87EFEFE3-F513-4E65-A9C4-FE4C96E1802F}">
      <dgm:prSet/>
      <dgm:spPr/>
      <dgm:t>
        <a:bodyPr/>
        <a:lstStyle/>
        <a:p>
          <a:endParaRPr lang="en-MY" sz="2400"/>
        </a:p>
      </dgm:t>
    </dgm:pt>
    <dgm:pt modelId="{816629D1-D1A4-4178-B55E-CBB04C4E84FE}" type="sibTrans" cxnId="{87EFEFE3-F513-4E65-A9C4-FE4C96E1802F}">
      <dgm:prSet/>
      <dgm:spPr/>
      <dgm:t>
        <a:bodyPr/>
        <a:lstStyle/>
        <a:p>
          <a:endParaRPr lang="en-MY" sz="2400"/>
        </a:p>
      </dgm:t>
    </dgm:pt>
    <dgm:pt modelId="{473EA4CB-5554-4BE6-AAA6-36C2C2BFFDDC}">
      <dgm:prSet phldrT="[Text]" custT="1"/>
      <dgm:spPr/>
      <dgm:t>
        <a:bodyPr/>
        <a:lstStyle/>
        <a:p>
          <a:r>
            <a:rPr lang="en-US" sz="1600" b="1" dirty="0"/>
            <a:t>Salinan </a:t>
          </a:r>
          <a:r>
            <a:rPr lang="en-US" sz="1600" b="1" dirty="0" err="1"/>
            <a:t>Dokumen-Dokumen</a:t>
          </a:r>
          <a:r>
            <a:rPr lang="en-US" sz="1600" b="1" dirty="0"/>
            <a:t> </a:t>
          </a:r>
          <a:r>
            <a:rPr lang="en-US" sz="1600" b="1" dirty="0" err="1"/>
            <a:t>Penilaian</a:t>
          </a:r>
          <a:r>
            <a:rPr lang="en-US" sz="1600" b="1" dirty="0"/>
            <a:t> </a:t>
          </a:r>
          <a:r>
            <a:rPr lang="en-US" sz="1600" b="1" dirty="0" err="1"/>
            <a:t>Pengetahuan</a:t>
          </a:r>
          <a:endParaRPr lang="en-MY" sz="1600" b="1" dirty="0"/>
        </a:p>
      </dgm:t>
    </dgm:pt>
    <dgm:pt modelId="{8F2C791E-2B35-4552-A009-B25717C8F9C7}" type="parTrans" cxnId="{28DADFF1-A99C-4093-AAA9-27EF45D4D51E}">
      <dgm:prSet/>
      <dgm:spPr/>
      <dgm:t>
        <a:bodyPr/>
        <a:lstStyle/>
        <a:p>
          <a:endParaRPr lang="en-MY" sz="2400"/>
        </a:p>
      </dgm:t>
    </dgm:pt>
    <dgm:pt modelId="{57D6F7FF-5AC1-41E6-AE22-D194B2274D55}" type="sibTrans" cxnId="{28DADFF1-A99C-4093-AAA9-27EF45D4D51E}">
      <dgm:prSet/>
      <dgm:spPr/>
      <dgm:t>
        <a:bodyPr/>
        <a:lstStyle/>
        <a:p>
          <a:endParaRPr lang="en-MY" sz="2400"/>
        </a:p>
      </dgm:t>
    </dgm:pt>
    <dgm:pt modelId="{D5AECEA4-7E60-41F6-98D1-909071749F78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Bukti </a:t>
          </a:r>
          <a:r>
            <a:rPr lang="en-US" sz="1600" dirty="0" err="1"/>
            <a:t>Rekod</a:t>
          </a:r>
          <a:r>
            <a:rPr lang="en-US" sz="1600" dirty="0"/>
            <a:t> </a:t>
          </a:r>
          <a:r>
            <a:rPr lang="en-US" sz="1600" dirty="0" err="1"/>
            <a:t>Penilaian</a:t>
          </a:r>
          <a:r>
            <a:rPr lang="en-US" sz="1600" dirty="0"/>
            <a:t> </a:t>
          </a:r>
          <a:r>
            <a:rPr lang="en-US" sz="1600" dirty="0" err="1"/>
            <a:t>Pengetahuan</a:t>
          </a:r>
          <a:r>
            <a:rPr lang="en-US" sz="1600" dirty="0"/>
            <a:t> </a:t>
          </a:r>
          <a:endParaRPr lang="en-MY" sz="1600" dirty="0"/>
        </a:p>
      </dgm:t>
    </dgm:pt>
    <dgm:pt modelId="{1C98B69C-E2ED-4718-AD54-EF88364A403D}" type="parTrans" cxnId="{689A7783-2826-46E3-9333-C18675B69B85}">
      <dgm:prSet/>
      <dgm:spPr/>
      <dgm:t>
        <a:bodyPr/>
        <a:lstStyle/>
        <a:p>
          <a:endParaRPr lang="en-MY" sz="2400"/>
        </a:p>
      </dgm:t>
    </dgm:pt>
    <dgm:pt modelId="{809DCE58-F6E6-41D6-944D-277AFB24EF52}" type="sibTrans" cxnId="{689A7783-2826-46E3-9333-C18675B69B85}">
      <dgm:prSet/>
      <dgm:spPr/>
      <dgm:t>
        <a:bodyPr/>
        <a:lstStyle/>
        <a:p>
          <a:endParaRPr lang="en-MY" sz="2400"/>
        </a:p>
      </dgm:t>
    </dgm:pt>
    <dgm:pt modelId="{C3CA7EF5-526B-44AA-B806-0BDC87B37F0E}">
      <dgm:prSet phldrT="[Text]" custT="1"/>
      <dgm:spPr/>
      <dgm:t>
        <a:bodyPr/>
        <a:lstStyle/>
        <a:p>
          <a:r>
            <a:rPr lang="en-US" sz="2800" dirty="0"/>
            <a:t>4. </a:t>
          </a:r>
          <a:endParaRPr lang="en-MY" sz="2800" dirty="0"/>
        </a:p>
      </dgm:t>
    </dgm:pt>
    <dgm:pt modelId="{BD50FB8A-FA35-4603-8EB4-125669EE8F85}" type="parTrans" cxnId="{E3CFCDCB-0746-4037-90C1-B40D0B561A0F}">
      <dgm:prSet/>
      <dgm:spPr/>
      <dgm:t>
        <a:bodyPr/>
        <a:lstStyle/>
        <a:p>
          <a:endParaRPr lang="en-MY" sz="2400"/>
        </a:p>
      </dgm:t>
    </dgm:pt>
    <dgm:pt modelId="{963088A8-B307-4F60-BC24-8A1B53D3F849}" type="sibTrans" cxnId="{E3CFCDCB-0746-4037-90C1-B40D0B561A0F}">
      <dgm:prSet/>
      <dgm:spPr/>
      <dgm:t>
        <a:bodyPr/>
        <a:lstStyle/>
        <a:p>
          <a:endParaRPr lang="en-MY" sz="2400"/>
        </a:p>
      </dgm:t>
    </dgm:pt>
    <dgm:pt modelId="{4B08E24A-B20C-422C-B459-6369A275B39B}">
      <dgm:prSet phldrT="[Text]" custT="1"/>
      <dgm:spPr/>
      <dgm:t>
        <a:bodyPr/>
        <a:lstStyle/>
        <a:p>
          <a:r>
            <a:rPr lang="en-US" sz="1400" b="1" dirty="0"/>
            <a:t>Salinan </a:t>
          </a:r>
          <a:r>
            <a:rPr lang="en-US" sz="1400" b="1" dirty="0" err="1"/>
            <a:t>Dokumen-Dokumen</a:t>
          </a:r>
          <a:r>
            <a:rPr lang="en-US" sz="1400" b="1" dirty="0"/>
            <a:t> </a:t>
          </a:r>
          <a:r>
            <a:rPr lang="en-US" sz="1400" b="1" dirty="0" err="1"/>
            <a:t>Penilaian</a:t>
          </a:r>
          <a:r>
            <a:rPr lang="en-US" sz="1400" b="1" dirty="0"/>
            <a:t> </a:t>
          </a:r>
          <a:r>
            <a:rPr lang="en-US" sz="1400" b="1" dirty="0" err="1"/>
            <a:t>Kekompetenan</a:t>
          </a:r>
          <a:r>
            <a:rPr lang="en-US" sz="1400" b="1" dirty="0"/>
            <a:t> (</a:t>
          </a:r>
          <a:r>
            <a:rPr lang="en-US" sz="1400" b="1" dirty="0" err="1"/>
            <a:t>Pengalaman</a:t>
          </a:r>
          <a:r>
            <a:rPr lang="en-US" sz="1400" b="1" dirty="0"/>
            <a:t> </a:t>
          </a:r>
          <a:r>
            <a:rPr lang="en-US" sz="1400" b="1" dirty="0" err="1"/>
            <a:t>Kerja</a:t>
          </a:r>
          <a:r>
            <a:rPr lang="en-US" sz="1400" b="1" dirty="0"/>
            <a:t>)</a:t>
          </a:r>
          <a:endParaRPr lang="en-MY" sz="1400" b="1" dirty="0"/>
        </a:p>
      </dgm:t>
    </dgm:pt>
    <dgm:pt modelId="{31B4FE7C-6BBA-4089-830A-05198042C023}" type="parTrans" cxnId="{CC84734D-9CFA-40B7-8540-EC0B16135A63}">
      <dgm:prSet/>
      <dgm:spPr/>
      <dgm:t>
        <a:bodyPr/>
        <a:lstStyle/>
        <a:p>
          <a:endParaRPr lang="en-MY" sz="2400"/>
        </a:p>
      </dgm:t>
    </dgm:pt>
    <dgm:pt modelId="{1B59089C-7C00-4E32-A3CA-46E7906A247C}" type="sibTrans" cxnId="{CC84734D-9CFA-40B7-8540-EC0B16135A63}">
      <dgm:prSet/>
      <dgm:spPr/>
      <dgm:t>
        <a:bodyPr/>
        <a:lstStyle/>
        <a:p>
          <a:endParaRPr lang="en-MY" sz="2400"/>
        </a:p>
      </dgm:t>
    </dgm:pt>
    <dgm:pt modelId="{CE50AE2A-FEBF-4B8F-81B5-C5D0EF07B7DA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Bukti </a:t>
          </a:r>
          <a:r>
            <a:rPr lang="en-US" sz="1600" dirty="0" err="1"/>
            <a:t>aktiviti</a:t>
          </a:r>
          <a:r>
            <a:rPr lang="en-US" sz="1600" dirty="0"/>
            <a:t> </a:t>
          </a:r>
          <a:r>
            <a:rPr lang="en-US" sz="1600" dirty="0" err="1"/>
            <a:t>kerja</a:t>
          </a:r>
          <a:r>
            <a:rPr lang="en-US" sz="1600" dirty="0"/>
            <a:t> </a:t>
          </a:r>
          <a:r>
            <a:rPr lang="en-US" sz="1600" dirty="0" err="1"/>
            <a:t>mengikut</a:t>
          </a:r>
          <a:r>
            <a:rPr lang="en-US" sz="1600" dirty="0"/>
            <a:t> CU-WA </a:t>
          </a:r>
          <a:r>
            <a:rPr lang="en-US" sz="1600" dirty="0" err="1"/>
            <a:t>atau</a:t>
          </a:r>
          <a:r>
            <a:rPr lang="en-US" sz="1600" dirty="0"/>
            <a:t> Proses </a:t>
          </a:r>
          <a:r>
            <a:rPr lang="en-US" sz="1600" dirty="0" err="1"/>
            <a:t>Kerja</a:t>
          </a:r>
          <a:endParaRPr lang="en-MY" sz="1600" dirty="0"/>
        </a:p>
      </dgm:t>
    </dgm:pt>
    <dgm:pt modelId="{66313C01-808E-405D-86BD-1BC71CE3C0BF}" type="parTrans" cxnId="{BEB0C928-8BAF-4F49-9BD4-9D44285258C6}">
      <dgm:prSet/>
      <dgm:spPr/>
      <dgm:t>
        <a:bodyPr/>
        <a:lstStyle/>
        <a:p>
          <a:endParaRPr lang="en-MY" sz="2400"/>
        </a:p>
      </dgm:t>
    </dgm:pt>
    <dgm:pt modelId="{73D56B02-EDA2-48C5-9BFC-084CE5DC1481}" type="sibTrans" cxnId="{BEB0C928-8BAF-4F49-9BD4-9D44285258C6}">
      <dgm:prSet/>
      <dgm:spPr/>
      <dgm:t>
        <a:bodyPr/>
        <a:lstStyle/>
        <a:p>
          <a:endParaRPr lang="en-MY" sz="2400"/>
        </a:p>
      </dgm:t>
    </dgm:pt>
    <dgm:pt modelId="{DAECB0CA-B92D-4E6C-8FC8-DE24234ADE3C}">
      <dgm:prSet phldrT="[Text]" custT="1"/>
      <dgm:spPr/>
      <dgm:t>
        <a:bodyPr/>
        <a:lstStyle/>
        <a:p>
          <a:pPr>
            <a:buFont typeface="+mj-lt"/>
            <a:buNone/>
          </a:pPr>
          <a:r>
            <a:rPr lang="en-US" sz="1200" dirty="0"/>
            <a:t>*</a:t>
          </a:r>
          <a:r>
            <a:rPr lang="en-US" sz="1200" dirty="0" err="1"/>
            <a:t>Boleh</a:t>
          </a:r>
          <a:r>
            <a:rPr lang="en-US" sz="1200" dirty="0"/>
            <a:t> </a:t>
          </a:r>
          <a:r>
            <a:rPr lang="en-US" sz="1200" dirty="0" err="1"/>
            <a:t>membekalkan</a:t>
          </a:r>
          <a:r>
            <a:rPr lang="en-US" sz="1200" dirty="0"/>
            <a:t> </a:t>
          </a:r>
          <a:r>
            <a:rPr lang="en-US" sz="1200" dirty="0" err="1"/>
            <a:t>senarai</a:t>
          </a:r>
          <a:r>
            <a:rPr lang="en-US" sz="1200" dirty="0"/>
            <a:t> </a:t>
          </a:r>
          <a:r>
            <a:rPr lang="en-US" sz="1200" dirty="0" err="1"/>
            <a:t>ringkasan</a:t>
          </a:r>
          <a:r>
            <a:rPr lang="en-US" sz="1200" dirty="0"/>
            <a:t> </a:t>
          </a:r>
          <a:r>
            <a:rPr lang="en-US" sz="1200" dirty="0" err="1"/>
            <a:t>keputusan</a:t>
          </a:r>
          <a:r>
            <a:rPr lang="en-US" sz="1200" dirty="0"/>
            <a:t> </a:t>
          </a:r>
          <a:r>
            <a:rPr lang="en-US" sz="1200" dirty="0" err="1"/>
            <a:t>penilaian</a:t>
          </a:r>
          <a:r>
            <a:rPr lang="en-US" sz="1200" dirty="0"/>
            <a:t> (Jika </a:t>
          </a:r>
          <a:r>
            <a:rPr lang="en-US" sz="1200" dirty="0" err="1"/>
            <a:t>penilaian</a:t>
          </a:r>
          <a:r>
            <a:rPr lang="en-US" sz="1200" dirty="0"/>
            <a:t> online)</a:t>
          </a:r>
          <a:endParaRPr lang="en-MY" sz="1600" dirty="0"/>
        </a:p>
      </dgm:t>
    </dgm:pt>
    <dgm:pt modelId="{C212A912-3EB0-4678-8120-47AA99C21980}" type="parTrans" cxnId="{457CDD13-F585-4A75-A817-C2AC4DDEEAE9}">
      <dgm:prSet/>
      <dgm:spPr/>
      <dgm:t>
        <a:bodyPr/>
        <a:lstStyle/>
        <a:p>
          <a:endParaRPr lang="en-MY"/>
        </a:p>
      </dgm:t>
    </dgm:pt>
    <dgm:pt modelId="{ABF0327C-8290-43A3-BFD5-F8C95AF92F28}" type="sibTrans" cxnId="{457CDD13-F585-4A75-A817-C2AC4DDEEAE9}">
      <dgm:prSet/>
      <dgm:spPr/>
      <dgm:t>
        <a:bodyPr/>
        <a:lstStyle/>
        <a:p>
          <a:endParaRPr lang="en-MY"/>
        </a:p>
      </dgm:t>
    </dgm:pt>
    <dgm:pt modelId="{AC5E9B0A-5245-4EBB-AFD8-44FF8510282B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Bukti </a:t>
          </a:r>
          <a:r>
            <a:rPr lang="en-US" sz="1600" dirty="0" err="1"/>
            <a:t>Rekod</a:t>
          </a:r>
          <a:r>
            <a:rPr lang="en-US" sz="1600" dirty="0"/>
            <a:t> </a:t>
          </a:r>
          <a:r>
            <a:rPr lang="en-US" sz="1600" dirty="0" err="1"/>
            <a:t>Penilaian</a:t>
          </a:r>
          <a:r>
            <a:rPr lang="en-US" sz="1600" dirty="0"/>
            <a:t> </a:t>
          </a:r>
          <a:r>
            <a:rPr lang="en-US" sz="1600" dirty="0" err="1"/>
            <a:t>Pengetahuan</a:t>
          </a:r>
          <a:r>
            <a:rPr lang="en-US" sz="1600" dirty="0"/>
            <a:t> Core Abilities</a:t>
          </a:r>
          <a:endParaRPr lang="en-MY" sz="1600" dirty="0"/>
        </a:p>
      </dgm:t>
    </dgm:pt>
    <dgm:pt modelId="{AA5029AF-1425-4C6C-9E63-F5892B035D4F}" type="parTrans" cxnId="{65B48703-D550-4B66-9A55-D7AFF5135896}">
      <dgm:prSet/>
      <dgm:spPr/>
      <dgm:t>
        <a:bodyPr/>
        <a:lstStyle/>
        <a:p>
          <a:endParaRPr lang="en-MY"/>
        </a:p>
      </dgm:t>
    </dgm:pt>
    <dgm:pt modelId="{9E967891-6607-4FCC-987F-6148EDFACAB7}" type="sibTrans" cxnId="{65B48703-D550-4B66-9A55-D7AFF5135896}">
      <dgm:prSet/>
      <dgm:spPr/>
      <dgm:t>
        <a:bodyPr/>
        <a:lstStyle/>
        <a:p>
          <a:endParaRPr lang="en-MY"/>
        </a:p>
      </dgm:t>
    </dgm:pt>
    <dgm:pt modelId="{1FDDD7E8-3F6E-49BE-903B-266196AC6EC8}" type="pres">
      <dgm:prSet presAssocID="{DE9C1D49-60E7-4C59-BDA5-BA0C0678F111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B99006BF-BD83-4691-AC85-F5ECEF1A4738}" type="pres">
      <dgm:prSet presAssocID="{833540CA-2D64-4B25-8210-5F1751E0AA5C}" presName="composite" presStyleCnt="0"/>
      <dgm:spPr/>
    </dgm:pt>
    <dgm:pt modelId="{2DD524FF-BDB3-477C-A69B-F87132B1FD3D}" type="pres">
      <dgm:prSet presAssocID="{833540CA-2D64-4B25-8210-5F1751E0AA5C}" presName="FirstChild" presStyleLbl="revTx" presStyleIdx="0" presStyleCnt="8" custScaleY="114149">
        <dgm:presLayoutVars>
          <dgm:chMax val="0"/>
          <dgm:chPref val="0"/>
          <dgm:bulletEnabled val="1"/>
        </dgm:presLayoutVars>
      </dgm:prSet>
      <dgm:spPr/>
    </dgm:pt>
    <dgm:pt modelId="{CCD62EC5-CEBF-471E-B7AA-0D2DA9D8DC2D}" type="pres">
      <dgm:prSet presAssocID="{833540CA-2D64-4B25-8210-5F1751E0AA5C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</dgm:pt>
    <dgm:pt modelId="{8E5027E4-E82A-4BF0-9407-42D3ACCC3099}" type="pres">
      <dgm:prSet presAssocID="{833540CA-2D64-4B25-8210-5F1751E0AA5C}" presName="Accent" presStyleLbl="parChTrans1D1" presStyleIdx="0" presStyleCnt="4"/>
      <dgm:spPr/>
    </dgm:pt>
    <dgm:pt modelId="{AC2ED2B7-68AC-4000-B725-748D9AE5EBB8}" type="pres">
      <dgm:prSet presAssocID="{833540CA-2D64-4B25-8210-5F1751E0AA5C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5A902A83-CC0D-4384-BE00-AB22437306AF}" type="pres">
      <dgm:prSet presAssocID="{EC6B53FF-6CA5-466D-B4C6-DF99D5EF1BBB}" presName="sibTrans" presStyleCnt="0"/>
      <dgm:spPr/>
    </dgm:pt>
    <dgm:pt modelId="{5A1A94E3-7C27-428B-9B2B-D37DA0058718}" type="pres">
      <dgm:prSet presAssocID="{7F887A58-C145-4BD4-8D6F-DA3298149B5C}" presName="composite" presStyleCnt="0"/>
      <dgm:spPr/>
    </dgm:pt>
    <dgm:pt modelId="{0FCBFAC2-2E0E-4A8B-8C01-33369EA29D1B}" type="pres">
      <dgm:prSet presAssocID="{7F887A58-C145-4BD4-8D6F-DA3298149B5C}" presName="First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73AB89A5-A682-45F1-A808-6F35ACAB1759}" type="pres">
      <dgm:prSet presAssocID="{7F887A58-C145-4BD4-8D6F-DA3298149B5C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9924B179-F6BF-4954-BB6A-3CF9C176D612}" type="pres">
      <dgm:prSet presAssocID="{7F887A58-C145-4BD4-8D6F-DA3298149B5C}" presName="Accent" presStyleLbl="parChTrans1D1" presStyleIdx="1" presStyleCnt="4"/>
      <dgm:spPr/>
    </dgm:pt>
    <dgm:pt modelId="{CBB5CA8A-46A3-42F5-ACF2-5C4E73B0AB19}" type="pres">
      <dgm:prSet presAssocID="{7F887A58-C145-4BD4-8D6F-DA3298149B5C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F771DF1B-B73C-4541-A087-327874AAEB5B}" type="pres">
      <dgm:prSet presAssocID="{732E43DA-89BA-4AE1-ACEA-2BFEE74BEB9F}" presName="sibTrans" presStyleCnt="0"/>
      <dgm:spPr/>
    </dgm:pt>
    <dgm:pt modelId="{C607F048-5C03-4884-A275-848BF41FAD46}" type="pres">
      <dgm:prSet presAssocID="{503109B5-4E82-4138-A782-3D537AE0259B}" presName="composite" presStyleCnt="0"/>
      <dgm:spPr/>
    </dgm:pt>
    <dgm:pt modelId="{EF90C1F3-86F4-4AF9-9D9C-C57BE546A690}" type="pres">
      <dgm:prSet presAssocID="{503109B5-4E82-4138-A782-3D537AE0259B}" presName="First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6632F407-495F-47A0-88F1-A70FE7C6DDB1}" type="pres">
      <dgm:prSet presAssocID="{503109B5-4E82-4138-A782-3D537AE0259B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41B3B40D-FF58-4B5B-9BAB-707AA5342EC1}" type="pres">
      <dgm:prSet presAssocID="{503109B5-4E82-4138-A782-3D537AE0259B}" presName="Accent" presStyleLbl="parChTrans1D1" presStyleIdx="2" presStyleCnt="4"/>
      <dgm:spPr/>
    </dgm:pt>
    <dgm:pt modelId="{462B67FB-E337-4210-B75B-8DC97CB63DE5}" type="pres">
      <dgm:prSet presAssocID="{503109B5-4E82-4138-A782-3D537AE0259B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6863FF5E-0F11-495D-A1B7-BEF24B842ECB}" type="pres">
      <dgm:prSet presAssocID="{816629D1-D1A4-4178-B55E-CBB04C4E84FE}" presName="sibTrans" presStyleCnt="0"/>
      <dgm:spPr/>
    </dgm:pt>
    <dgm:pt modelId="{E0FAF95C-E1BF-4DA0-9E13-2D922AB32899}" type="pres">
      <dgm:prSet presAssocID="{C3CA7EF5-526B-44AA-B806-0BDC87B37F0E}" presName="composite" presStyleCnt="0"/>
      <dgm:spPr/>
    </dgm:pt>
    <dgm:pt modelId="{3A735CA7-A4E3-4304-830E-B144385DFA3E}" type="pres">
      <dgm:prSet presAssocID="{C3CA7EF5-526B-44AA-B806-0BDC87B37F0E}" presName="FirstChild" presStyleLbl="revTx" presStyleIdx="6" presStyleCnt="8" custScaleY="142168" custLinFactNeighborY="-21617">
        <dgm:presLayoutVars>
          <dgm:chMax val="0"/>
          <dgm:chPref val="0"/>
          <dgm:bulletEnabled val="1"/>
        </dgm:presLayoutVars>
      </dgm:prSet>
      <dgm:spPr/>
    </dgm:pt>
    <dgm:pt modelId="{C952996B-F82E-41AB-A9BF-C59A737E01FF}" type="pres">
      <dgm:prSet presAssocID="{C3CA7EF5-526B-44AA-B806-0BDC87B37F0E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78FE9CFA-D151-44D1-987D-FBA30752FCBC}" type="pres">
      <dgm:prSet presAssocID="{C3CA7EF5-526B-44AA-B806-0BDC87B37F0E}" presName="Accent" presStyleLbl="parChTrans1D1" presStyleIdx="3" presStyleCnt="4"/>
      <dgm:spPr/>
    </dgm:pt>
    <dgm:pt modelId="{E9DDEB49-81E5-400B-8BBC-81509FCE2AF8}" type="pres">
      <dgm:prSet presAssocID="{C3CA7EF5-526B-44AA-B806-0BDC87B37F0E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65B48703-D550-4B66-9A55-D7AFF5135896}" srcId="{503109B5-4E82-4138-A782-3D537AE0259B}" destId="{AC5E9B0A-5245-4EBB-AFD8-44FF8510282B}" srcOrd="2" destOrd="0" parTransId="{AA5029AF-1425-4C6C-9E63-F5892B035D4F}" sibTransId="{9E967891-6607-4FCC-987F-6148EDFACAB7}"/>
    <dgm:cxn modelId="{77751407-249D-4422-BE15-24622FD8E0E1}" srcId="{833540CA-2D64-4B25-8210-5F1751E0AA5C}" destId="{8AB83C18-E40E-44B2-BAEE-172BD6E48E30}" srcOrd="0" destOrd="0" parTransId="{2A7EF706-2F62-49FA-98C3-8365497960B6}" sibTransId="{84D5DC90-A4B2-40F1-80DC-22BE41B2D2C5}"/>
    <dgm:cxn modelId="{457CDD13-F585-4A75-A817-C2AC4DDEEAE9}" srcId="{503109B5-4E82-4138-A782-3D537AE0259B}" destId="{DAECB0CA-B92D-4E6C-8FC8-DE24234ADE3C}" srcOrd="3" destOrd="0" parTransId="{C212A912-3EB0-4678-8120-47AA99C21980}" sibTransId="{ABF0327C-8290-43A3-BFD5-F8C95AF92F28}"/>
    <dgm:cxn modelId="{8CDC1019-FFB4-4CA3-9C1E-D2E1AD4ED507}" type="presOf" srcId="{7F887A58-C145-4BD4-8D6F-DA3298149B5C}" destId="{73AB89A5-A682-45F1-A808-6F35ACAB1759}" srcOrd="0" destOrd="0" presId="urn:microsoft.com/office/officeart/2011/layout/TabList"/>
    <dgm:cxn modelId="{AE554C22-C6E6-4096-9AA6-7AC9AC05CFB0}" type="presOf" srcId="{4B08E24A-B20C-422C-B459-6369A275B39B}" destId="{3A735CA7-A4E3-4304-830E-B144385DFA3E}" srcOrd="0" destOrd="0" presId="urn:microsoft.com/office/officeart/2011/layout/TabList"/>
    <dgm:cxn modelId="{BEB0C928-8BAF-4F49-9BD4-9D44285258C6}" srcId="{C3CA7EF5-526B-44AA-B806-0BDC87B37F0E}" destId="{CE50AE2A-FEBF-4B8F-81B5-C5D0EF07B7DA}" srcOrd="1" destOrd="0" parTransId="{66313C01-808E-405D-86BD-1BC71CE3C0BF}" sibTransId="{73D56B02-EDA2-48C5-9BFC-084CE5DC1481}"/>
    <dgm:cxn modelId="{6DB97238-8F96-4DD3-8A1D-A4558CE3DF30}" type="presOf" srcId="{DAECB0CA-B92D-4E6C-8FC8-DE24234ADE3C}" destId="{462B67FB-E337-4210-B75B-8DC97CB63DE5}" srcOrd="0" destOrd="2" presId="urn:microsoft.com/office/officeart/2011/layout/TabList"/>
    <dgm:cxn modelId="{89850540-9342-46EB-86D8-695C793F06C1}" type="presOf" srcId="{C3CA7EF5-526B-44AA-B806-0BDC87B37F0E}" destId="{C952996B-F82E-41AB-A9BF-C59A737E01FF}" srcOrd="0" destOrd="0" presId="urn:microsoft.com/office/officeart/2011/layout/TabList"/>
    <dgm:cxn modelId="{48EA6540-06D9-4967-841E-BB88129DB5E6}" type="presOf" srcId="{29179A47-9F3F-4A13-8145-1AC4E7FAE366}" destId="{0FCBFAC2-2E0E-4A8B-8C01-33369EA29D1B}" srcOrd="0" destOrd="0" presId="urn:microsoft.com/office/officeart/2011/layout/TabList"/>
    <dgm:cxn modelId="{CC84734D-9CFA-40B7-8540-EC0B16135A63}" srcId="{C3CA7EF5-526B-44AA-B806-0BDC87B37F0E}" destId="{4B08E24A-B20C-422C-B459-6369A275B39B}" srcOrd="0" destOrd="0" parTransId="{31B4FE7C-6BBA-4089-830A-05198042C023}" sibTransId="{1B59089C-7C00-4E32-A3CA-46E7906A247C}"/>
    <dgm:cxn modelId="{88DB2459-7C0D-48C0-B1C1-7AC5B0B64C62}" srcId="{DE9C1D49-60E7-4C59-BDA5-BA0C0678F111}" destId="{833540CA-2D64-4B25-8210-5F1751E0AA5C}" srcOrd="0" destOrd="0" parTransId="{5FCEFF4B-8BDF-4475-8486-524C80F930E9}" sibTransId="{EC6B53FF-6CA5-466D-B4C6-DF99D5EF1BBB}"/>
    <dgm:cxn modelId="{2B1D3C63-0E62-4E9F-AF9B-2DF63BC51C9F}" type="presOf" srcId="{D3F463B4-E9CF-4734-B35E-B274A23E6EA4}" destId="{AC2ED2B7-68AC-4000-B725-748D9AE5EBB8}" srcOrd="0" destOrd="0" presId="urn:microsoft.com/office/officeart/2011/layout/TabList"/>
    <dgm:cxn modelId="{50B12165-222B-4376-BED6-DA898D62A843}" type="presOf" srcId="{473EA4CB-5554-4BE6-AAA6-36C2C2BFFDDC}" destId="{EF90C1F3-86F4-4AF9-9D9C-C57BE546A690}" srcOrd="0" destOrd="0" presId="urn:microsoft.com/office/officeart/2011/layout/TabList"/>
    <dgm:cxn modelId="{A9D0FE6D-AD9F-4F10-9CB5-0DFA5B5402AE}" srcId="{833540CA-2D64-4B25-8210-5F1751E0AA5C}" destId="{D3F463B4-E9CF-4734-B35E-B274A23E6EA4}" srcOrd="1" destOrd="0" parTransId="{54B340BC-D8B6-4094-A408-FB26873C6B94}" sibTransId="{24F2E92F-BB32-4E49-9359-2C06F5C482D4}"/>
    <dgm:cxn modelId="{581AE670-C250-46DF-B75F-A175BF826881}" srcId="{7F887A58-C145-4BD4-8D6F-DA3298149B5C}" destId="{5454FBB2-87F7-45C1-B21E-EF2EDC09608D}" srcOrd="1" destOrd="0" parTransId="{9C754F7C-9C31-410B-BF46-6D51ECBE5556}" sibTransId="{C32CD2EE-D952-46DC-BD8F-6F7223ACF405}"/>
    <dgm:cxn modelId="{689A7783-2826-46E3-9333-C18675B69B85}" srcId="{503109B5-4E82-4138-A782-3D537AE0259B}" destId="{D5AECEA4-7E60-41F6-98D1-909071749F78}" srcOrd="1" destOrd="0" parTransId="{1C98B69C-E2ED-4718-AD54-EF88364A403D}" sibTransId="{809DCE58-F6E6-41D6-944D-277AFB24EF52}"/>
    <dgm:cxn modelId="{B702F78C-EAC5-4638-A2AA-B1BFF2C220A9}" type="presOf" srcId="{DE9C1D49-60E7-4C59-BDA5-BA0C0678F111}" destId="{1FDDD7E8-3F6E-49BE-903B-266196AC6EC8}" srcOrd="0" destOrd="0" presId="urn:microsoft.com/office/officeart/2011/layout/TabList"/>
    <dgm:cxn modelId="{A4C08BA5-E1D7-4B80-B962-6CF7A788A17B}" type="presOf" srcId="{AC5E9B0A-5245-4EBB-AFD8-44FF8510282B}" destId="{462B67FB-E337-4210-B75B-8DC97CB63DE5}" srcOrd="0" destOrd="1" presId="urn:microsoft.com/office/officeart/2011/layout/TabList"/>
    <dgm:cxn modelId="{EA3AA6A8-28B3-4D2A-B12C-094421B081C6}" type="presOf" srcId="{503109B5-4E82-4138-A782-3D537AE0259B}" destId="{6632F407-495F-47A0-88F1-A70FE7C6DDB1}" srcOrd="0" destOrd="0" presId="urn:microsoft.com/office/officeart/2011/layout/TabList"/>
    <dgm:cxn modelId="{47AA15B5-219B-4B7A-BCE4-2ACBE96FAEC5}" type="presOf" srcId="{8AB83C18-E40E-44B2-BAEE-172BD6E48E30}" destId="{2DD524FF-BDB3-477C-A69B-F87132B1FD3D}" srcOrd="0" destOrd="0" presId="urn:microsoft.com/office/officeart/2011/layout/TabList"/>
    <dgm:cxn modelId="{1C5152BE-726B-42DC-BFE6-87268F8091F4}" type="presOf" srcId="{833540CA-2D64-4B25-8210-5F1751E0AA5C}" destId="{CCD62EC5-CEBF-471E-B7AA-0D2DA9D8DC2D}" srcOrd="0" destOrd="0" presId="urn:microsoft.com/office/officeart/2011/layout/TabList"/>
    <dgm:cxn modelId="{C79738C2-866B-43AB-B357-7D166F53465D}" type="presOf" srcId="{5454FBB2-87F7-45C1-B21E-EF2EDC09608D}" destId="{CBB5CA8A-46A3-42F5-ACF2-5C4E73B0AB19}" srcOrd="0" destOrd="0" presId="urn:microsoft.com/office/officeart/2011/layout/TabList"/>
    <dgm:cxn modelId="{E3CFCDCB-0746-4037-90C1-B40D0B561A0F}" srcId="{DE9C1D49-60E7-4C59-BDA5-BA0C0678F111}" destId="{C3CA7EF5-526B-44AA-B806-0BDC87B37F0E}" srcOrd="3" destOrd="0" parTransId="{BD50FB8A-FA35-4603-8EB4-125669EE8F85}" sibTransId="{963088A8-B307-4F60-BC24-8A1B53D3F849}"/>
    <dgm:cxn modelId="{B1C33CD4-BF31-4A09-86A9-70F2EE720C5B}" srcId="{7F887A58-C145-4BD4-8D6F-DA3298149B5C}" destId="{29179A47-9F3F-4A13-8145-1AC4E7FAE366}" srcOrd="0" destOrd="0" parTransId="{2D5FA5CE-3930-4B68-8F85-5DA38F419819}" sibTransId="{A52FC6CA-E605-4ACC-B84F-EB6D64D05AF0}"/>
    <dgm:cxn modelId="{31A3FDD5-6AA9-44D4-A328-4E9721927D53}" type="presOf" srcId="{CE50AE2A-FEBF-4B8F-81B5-C5D0EF07B7DA}" destId="{E9DDEB49-81E5-400B-8BBC-81509FCE2AF8}" srcOrd="0" destOrd="0" presId="urn:microsoft.com/office/officeart/2011/layout/TabList"/>
    <dgm:cxn modelId="{87EFEFE3-F513-4E65-A9C4-FE4C96E1802F}" srcId="{DE9C1D49-60E7-4C59-BDA5-BA0C0678F111}" destId="{503109B5-4E82-4138-A782-3D537AE0259B}" srcOrd="2" destOrd="0" parTransId="{19AE1692-1DF0-4ABB-B8AA-D426FE59F45E}" sibTransId="{816629D1-D1A4-4178-B55E-CBB04C4E84FE}"/>
    <dgm:cxn modelId="{E2C6F9EA-739C-4C90-9916-1D15996978B2}" srcId="{DE9C1D49-60E7-4C59-BDA5-BA0C0678F111}" destId="{7F887A58-C145-4BD4-8D6F-DA3298149B5C}" srcOrd="1" destOrd="0" parTransId="{37CBE9D7-D9AA-4D2C-8ACC-56782989C3C0}" sibTransId="{732E43DA-89BA-4AE1-ACEA-2BFEE74BEB9F}"/>
    <dgm:cxn modelId="{28DADFF1-A99C-4093-AAA9-27EF45D4D51E}" srcId="{503109B5-4E82-4138-A782-3D537AE0259B}" destId="{473EA4CB-5554-4BE6-AAA6-36C2C2BFFDDC}" srcOrd="0" destOrd="0" parTransId="{8F2C791E-2B35-4552-A009-B25717C8F9C7}" sibTransId="{57D6F7FF-5AC1-41E6-AE22-D194B2274D55}"/>
    <dgm:cxn modelId="{FF946FFB-F6D6-4E90-940E-4F7CBEBC3950}" type="presOf" srcId="{D5AECEA4-7E60-41F6-98D1-909071749F78}" destId="{462B67FB-E337-4210-B75B-8DC97CB63DE5}" srcOrd="0" destOrd="0" presId="urn:microsoft.com/office/officeart/2011/layout/TabList"/>
    <dgm:cxn modelId="{1C152001-86AC-455F-8ADA-D72D0EE3C20D}" type="presParOf" srcId="{1FDDD7E8-3F6E-49BE-903B-266196AC6EC8}" destId="{B99006BF-BD83-4691-AC85-F5ECEF1A4738}" srcOrd="0" destOrd="0" presId="urn:microsoft.com/office/officeart/2011/layout/TabList"/>
    <dgm:cxn modelId="{AF728DA2-D0FF-45DF-B391-7AD5AC140136}" type="presParOf" srcId="{B99006BF-BD83-4691-AC85-F5ECEF1A4738}" destId="{2DD524FF-BDB3-477C-A69B-F87132B1FD3D}" srcOrd="0" destOrd="0" presId="urn:microsoft.com/office/officeart/2011/layout/TabList"/>
    <dgm:cxn modelId="{25780834-48B6-4171-8A37-A3F9B0153C37}" type="presParOf" srcId="{B99006BF-BD83-4691-AC85-F5ECEF1A4738}" destId="{CCD62EC5-CEBF-471E-B7AA-0D2DA9D8DC2D}" srcOrd="1" destOrd="0" presId="urn:microsoft.com/office/officeart/2011/layout/TabList"/>
    <dgm:cxn modelId="{02C0F913-1A4D-47BA-93B9-D08672E53184}" type="presParOf" srcId="{B99006BF-BD83-4691-AC85-F5ECEF1A4738}" destId="{8E5027E4-E82A-4BF0-9407-42D3ACCC3099}" srcOrd="2" destOrd="0" presId="urn:microsoft.com/office/officeart/2011/layout/TabList"/>
    <dgm:cxn modelId="{0A17D1E1-0D21-4514-88A4-77D6EBFB3DF0}" type="presParOf" srcId="{1FDDD7E8-3F6E-49BE-903B-266196AC6EC8}" destId="{AC2ED2B7-68AC-4000-B725-748D9AE5EBB8}" srcOrd="1" destOrd="0" presId="urn:microsoft.com/office/officeart/2011/layout/TabList"/>
    <dgm:cxn modelId="{8BEAF371-FF48-46C4-8980-DF122518AF9F}" type="presParOf" srcId="{1FDDD7E8-3F6E-49BE-903B-266196AC6EC8}" destId="{5A902A83-CC0D-4384-BE00-AB22437306AF}" srcOrd="2" destOrd="0" presId="urn:microsoft.com/office/officeart/2011/layout/TabList"/>
    <dgm:cxn modelId="{0455CE80-6F44-4488-A494-6B203389EDDA}" type="presParOf" srcId="{1FDDD7E8-3F6E-49BE-903B-266196AC6EC8}" destId="{5A1A94E3-7C27-428B-9B2B-D37DA0058718}" srcOrd="3" destOrd="0" presId="urn:microsoft.com/office/officeart/2011/layout/TabList"/>
    <dgm:cxn modelId="{CD628C12-533B-49C7-8F82-CE04B08C6268}" type="presParOf" srcId="{5A1A94E3-7C27-428B-9B2B-D37DA0058718}" destId="{0FCBFAC2-2E0E-4A8B-8C01-33369EA29D1B}" srcOrd="0" destOrd="0" presId="urn:microsoft.com/office/officeart/2011/layout/TabList"/>
    <dgm:cxn modelId="{D6EBCBA5-7E4C-4C3D-A2AD-E6D6EF1030F0}" type="presParOf" srcId="{5A1A94E3-7C27-428B-9B2B-D37DA0058718}" destId="{73AB89A5-A682-45F1-A808-6F35ACAB1759}" srcOrd="1" destOrd="0" presId="urn:microsoft.com/office/officeart/2011/layout/TabList"/>
    <dgm:cxn modelId="{D60DE71D-B6EF-4151-AA94-C64A29055FC2}" type="presParOf" srcId="{5A1A94E3-7C27-428B-9B2B-D37DA0058718}" destId="{9924B179-F6BF-4954-BB6A-3CF9C176D612}" srcOrd="2" destOrd="0" presId="urn:microsoft.com/office/officeart/2011/layout/TabList"/>
    <dgm:cxn modelId="{964ACFE2-5C1B-4914-9234-97068A29A185}" type="presParOf" srcId="{1FDDD7E8-3F6E-49BE-903B-266196AC6EC8}" destId="{CBB5CA8A-46A3-42F5-ACF2-5C4E73B0AB19}" srcOrd="4" destOrd="0" presId="urn:microsoft.com/office/officeart/2011/layout/TabList"/>
    <dgm:cxn modelId="{4FA01CC6-EE98-483D-8691-2C8EF47A885B}" type="presParOf" srcId="{1FDDD7E8-3F6E-49BE-903B-266196AC6EC8}" destId="{F771DF1B-B73C-4541-A087-327874AAEB5B}" srcOrd="5" destOrd="0" presId="urn:microsoft.com/office/officeart/2011/layout/TabList"/>
    <dgm:cxn modelId="{343F06E0-38A4-41DD-A25F-5045A44B3269}" type="presParOf" srcId="{1FDDD7E8-3F6E-49BE-903B-266196AC6EC8}" destId="{C607F048-5C03-4884-A275-848BF41FAD46}" srcOrd="6" destOrd="0" presId="urn:microsoft.com/office/officeart/2011/layout/TabList"/>
    <dgm:cxn modelId="{799FCC6B-8A63-4F1C-AB03-8FF622979F12}" type="presParOf" srcId="{C607F048-5C03-4884-A275-848BF41FAD46}" destId="{EF90C1F3-86F4-4AF9-9D9C-C57BE546A690}" srcOrd="0" destOrd="0" presId="urn:microsoft.com/office/officeart/2011/layout/TabList"/>
    <dgm:cxn modelId="{39C9631D-8E53-43E9-80A9-7E482335F3DE}" type="presParOf" srcId="{C607F048-5C03-4884-A275-848BF41FAD46}" destId="{6632F407-495F-47A0-88F1-A70FE7C6DDB1}" srcOrd="1" destOrd="0" presId="urn:microsoft.com/office/officeart/2011/layout/TabList"/>
    <dgm:cxn modelId="{22311808-8B68-4677-B1FD-9C15CC836DA2}" type="presParOf" srcId="{C607F048-5C03-4884-A275-848BF41FAD46}" destId="{41B3B40D-FF58-4B5B-9BAB-707AA5342EC1}" srcOrd="2" destOrd="0" presId="urn:microsoft.com/office/officeart/2011/layout/TabList"/>
    <dgm:cxn modelId="{48478F86-622E-426C-9FE0-93FF65F5A082}" type="presParOf" srcId="{1FDDD7E8-3F6E-49BE-903B-266196AC6EC8}" destId="{462B67FB-E337-4210-B75B-8DC97CB63DE5}" srcOrd="7" destOrd="0" presId="urn:microsoft.com/office/officeart/2011/layout/TabList"/>
    <dgm:cxn modelId="{28CF93B9-6708-4066-95DE-966DCC8A6AD7}" type="presParOf" srcId="{1FDDD7E8-3F6E-49BE-903B-266196AC6EC8}" destId="{6863FF5E-0F11-495D-A1B7-BEF24B842ECB}" srcOrd="8" destOrd="0" presId="urn:microsoft.com/office/officeart/2011/layout/TabList"/>
    <dgm:cxn modelId="{85AC2B1C-6A4B-430B-93A6-58CD51F9C0AB}" type="presParOf" srcId="{1FDDD7E8-3F6E-49BE-903B-266196AC6EC8}" destId="{E0FAF95C-E1BF-4DA0-9E13-2D922AB32899}" srcOrd="9" destOrd="0" presId="urn:microsoft.com/office/officeart/2011/layout/TabList"/>
    <dgm:cxn modelId="{F2FD5740-D903-4A10-9910-42D48596C3B7}" type="presParOf" srcId="{E0FAF95C-E1BF-4DA0-9E13-2D922AB32899}" destId="{3A735CA7-A4E3-4304-830E-B144385DFA3E}" srcOrd="0" destOrd="0" presId="urn:microsoft.com/office/officeart/2011/layout/TabList"/>
    <dgm:cxn modelId="{D62B7673-912F-4FD9-B7A2-9CCA2561BAC0}" type="presParOf" srcId="{E0FAF95C-E1BF-4DA0-9E13-2D922AB32899}" destId="{C952996B-F82E-41AB-A9BF-C59A737E01FF}" srcOrd="1" destOrd="0" presId="urn:microsoft.com/office/officeart/2011/layout/TabList"/>
    <dgm:cxn modelId="{C22AECF8-8663-4D51-8F43-D66FD810AA76}" type="presParOf" srcId="{E0FAF95C-E1BF-4DA0-9E13-2D922AB32899}" destId="{78FE9CFA-D151-44D1-987D-FBA30752FCBC}" srcOrd="2" destOrd="0" presId="urn:microsoft.com/office/officeart/2011/layout/TabList"/>
    <dgm:cxn modelId="{3144F9CC-463E-4DB1-AD59-BA21E7874DCF}" type="presParOf" srcId="{1FDDD7E8-3F6E-49BE-903B-266196AC6EC8}" destId="{E9DDEB49-81E5-400B-8BBC-81509FCE2AF8}" srcOrd="10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E9CFA-D151-44D1-987D-FBA30752FCBC}">
      <dsp:nvSpPr>
        <dsp:cNvPr id="0" name=""/>
        <dsp:cNvSpPr/>
      </dsp:nvSpPr>
      <dsp:spPr>
        <a:xfrm>
          <a:off x="0" y="7532818"/>
          <a:ext cx="6357668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B3B40D-FF58-4B5B-9BAB-707AA5342EC1}">
      <dsp:nvSpPr>
        <dsp:cNvPr id="0" name=""/>
        <dsp:cNvSpPr/>
      </dsp:nvSpPr>
      <dsp:spPr>
        <a:xfrm>
          <a:off x="0" y="5194783"/>
          <a:ext cx="6357668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24B179-F6BF-4954-BB6A-3CF9C176D612}">
      <dsp:nvSpPr>
        <dsp:cNvPr id="0" name=""/>
        <dsp:cNvSpPr/>
      </dsp:nvSpPr>
      <dsp:spPr>
        <a:xfrm>
          <a:off x="0" y="3007906"/>
          <a:ext cx="6357668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5027E4-E82A-4BF0-9407-42D3ACCC3099}">
      <dsp:nvSpPr>
        <dsp:cNvPr id="0" name=""/>
        <dsp:cNvSpPr/>
      </dsp:nvSpPr>
      <dsp:spPr>
        <a:xfrm>
          <a:off x="0" y="770310"/>
          <a:ext cx="6357668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D524FF-BDB3-477C-A69B-F87132B1FD3D}">
      <dsp:nvSpPr>
        <dsp:cNvPr id="0" name=""/>
        <dsp:cNvSpPr/>
      </dsp:nvSpPr>
      <dsp:spPr>
        <a:xfrm>
          <a:off x="1652993" y="2652"/>
          <a:ext cx="4704674" cy="818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Laporan</a:t>
          </a:r>
          <a:r>
            <a:rPr lang="en-US" sz="1800" b="1" kern="1200" dirty="0"/>
            <a:t> </a:t>
          </a:r>
          <a:r>
            <a:rPr lang="en-US" sz="1800" b="1" kern="1200" dirty="0" err="1"/>
            <a:t>Penilaian</a:t>
          </a:r>
          <a:r>
            <a:rPr lang="en-US" sz="1800" b="1" kern="1200" dirty="0"/>
            <a:t> Bukti </a:t>
          </a:r>
          <a:r>
            <a:rPr lang="en-US" sz="1800" b="1" kern="1200" dirty="0" err="1"/>
            <a:t>Kekompetenan</a:t>
          </a:r>
          <a:r>
            <a:rPr lang="en-US" sz="1800" b="1" kern="1200" dirty="0"/>
            <a:t> Calon</a:t>
          </a:r>
          <a:endParaRPr lang="en-MY" sz="1800" b="1" kern="1200" dirty="0"/>
        </a:p>
      </dsp:txBody>
      <dsp:txXfrm>
        <a:off x="1652993" y="2652"/>
        <a:ext cx="4704674" cy="818377"/>
      </dsp:txXfrm>
    </dsp:sp>
    <dsp:sp modelId="{CCD62EC5-CEBF-471E-B7AA-0D2DA9D8DC2D}">
      <dsp:nvSpPr>
        <dsp:cNvPr id="0" name=""/>
        <dsp:cNvSpPr/>
      </dsp:nvSpPr>
      <dsp:spPr>
        <a:xfrm>
          <a:off x="0" y="53372"/>
          <a:ext cx="1652993" cy="7169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</a:t>
          </a:r>
          <a:endParaRPr lang="en-MY" sz="2800" kern="1200" dirty="0"/>
        </a:p>
      </dsp:txBody>
      <dsp:txXfrm>
        <a:off x="35004" y="88376"/>
        <a:ext cx="1582985" cy="681934"/>
      </dsp:txXfrm>
    </dsp:sp>
    <dsp:sp modelId="{AC2ED2B7-68AC-4000-B725-748D9AE5EBB8}">
      <dsp:nvSpPr>
        <dsp:cNvPr id="0" name=""/>
        <dsp:cNvSpPr/>
      </dsp:nvSpPr>
      <dsp:spPr>
        <a:xfrm>
          <a:off x="0" y="821030"/>
          <a:ext cx="6357668" cy="143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JPK/</a:t>
          </a:r>
          <a:r>
            <a:rPr lang="en-US" sz="1600" kern="1200" dirty="0" err="1"/>
            <a:t>ADi</a:t>
          </a:r>
          <a:r>
            <a:rPr lang="en-US" sz="1600" kern="1200" dirty="0"/>
            <a:t>/03-2024</a:t>
          </a:r>
          <a:endParaRPr lang="en-MY" sz="1600" kern="1200" dirty="0"/>
        </a:p>
      </dsp:txBody>
      <dsp:txXfrm>
        <a:off x="0" y="821030"/>
        <a:ext cx="6357668" cy="1434091"/>
      </dsp:txXfrm>
    </dsp:sp>
    <dsp:sp modelId="{0FCBFAC2-2E0E-4A8B-8C01-33369EA29D1B}">
      <dsp:nvSpPr>
        <dsp:cNvPr id="0" name=""/>
        <dsp:cNvSpPr/>
      </dsp:nvSpPr>
      <dsp:spPr>
        <a:xfrm>
          <a:off x="1652993" y="2290968"/>
          <a:ext cx="4704674" cy="716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Borang</a:t>
          </a:r>
          <a:r>
            <a:rPr lang="en-US" sz="2000" b="1" kern="1200" dirty="0"/>
            <a:t> </a:t>
          </a:r>
          <a:r>
            <a:rPr lang="en-US" sz="2000" b="1" kern="1200" dirty="0" err="1"/>
            <a:t>Perakuan</a:t>
          </a:r>
          <a:r>
            <a:rPr lang="en-US" sz="2000" b="1" kern="1200" dirty="0"/>
            <a:t> </a:t>
          </a:r>
          <a:r>
            <a:rPr lang="en-US" sz="2000" b="1" kern="1200" dirty="0" err="1"/>
            <a:t>Pembimbing</a:t>
          </a:r>
          <a:r>
            <a:rPr lang="en-US" sz="2000" b="1" kern="1200" dirty="0"/>
            <a:t> </a:t>
          </a:r>
          <a:r>
            <a:rPr lang="en-US" sz="2000" b="1" kern="1200" dirty="0" err="1"/>
            <a:t>ADi</a:t>
          </a:r>
          <a:endParaRPr lang="en-MY" sz="2000" b="1" kern="1200" dirty="0"/>
        </a:p>
      </dsp:txBody>
      <dsp:txXfrm>
        <a:off x="1652993" y="2290968"/>
        <a:ext cx="4704674" cy="716938"/>
      </dsp:txXfrm>
    </dsp:sp>
    <dsp:sp modelId="{73AB89A5-A682-45F1-A808-6F35ACAB1759}">
      <dsp:nvSpPr>
        <dsp:cNvPr id="0" name=""/>
        <dsp:cNvSpPr/>
      </dsp:nvSpPr>
      <dsp:spPr>
        <a:xfrm>
          <a:off x="0" y="2290968"/>
          <a:ext cx="1652993" cy="7169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 </a:t>
          </a:r>
          <a:endParaRPr lang="en-MY" sz="2800" kern="1200" dirty="0"/>
        </a:p>
      </dsp:txBody>
      <dsp:txXfrm>
        <a:off x="35004" y="2325972"/>
        <a:ext cx="1582985" cy="681934"/>
      </dsp:txXfrm>
    </dsp:sp>
    <dsp:sp modelId="{CBB5CA8A-46A3-42F5-ACF2-5C4E73B0AB19}">
      <dsp:nvSpPr>
        <dsp:cNvPr id="0" name=""/>
        <dsp:cNvSpPr/>
      </dsp:nvSpPr>
      <dsp:spPr>
        <a:xfrm>
          <a:off x="0" y="3007906"/>
          <a:ext cx="6357668" cy="143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JPK/ADI/01-2024</a:t>
          </a:r>
          <a:endParaRPr lang="en-MY" sz="1600" kern="1200" dirty="0"/>
        </a:p>
      </dsp:txBody>
      <dsp:txXfrm>
        <a:off x="0" y="3007906"/>
        <a:ext cx="6357668" cy="1434091"/>
      </dsp:txXfrm>
    </dsp:sp>
    <dsp:sp modelId="{EF90C1F3-86F4-4AF9-9D9C-C57BE546A690}">
      <dsp:nvSpPr>
        <dsp:cNvPr id="0" name=""/>
        <dsp:cNvSpPr/>
      </dsp:nvSpPr>
      <dsp:spPr>
        <a:xfrm>
          <a:off x="1652993" y="4477844"/>
          <a:ext cx="4704674" cy="716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Salinan </a:t>
          </a:r>
          <a:r>
            <a:rPr lang="en-US" sz="1600" b="1" kern="1200" dirty="0" err="1"/>
            <a:t>Dokumen-Dokumen</a:t>
          </a:r>
          <a:r>
            <a:rPr lang="en-US" sz="1600" b="1" kern="1200" dirty="0"/>
            <a:t> </a:t>
          </a:r>
          <a:r>
            <a:rPr lang="en-US" sz="1600" b="1" kern="1200" dirty="0" err="1"/>
            <a:t>Penilaian</a:t>
          </a:r>
          <a:r>
            <a:rPr lang="en-US" sz="1600" b="1" kern="1200" dirty="0"/>
            <a:t> </a:t>
          </a:r>
          <a:r>
            <a:rPr lang="en-US" sz="1600" b="1" kern="1200" dirty="0" err="1"/>
            <a:t>Pengetahuan</a:t>
          </a:r>
          <a:endParaRPr lang="en-MY" sz="1600" b="1" kern="1200" dirty="0"/>
        </a:p>
      </dsp:txBody>
      <dsp:txXfrm>
        <a:off x="1652993" y="4477844"/>
        <a:ext cx="4704674" cy="716938"/>
      </dsp:txXfrm>
    </dsp:sp>
    <dsp:sp modelId="{6632F407-495F-47A0-88F1-A70FE7C6DDB1}">
      <dsp:nvSpPr>
        <dsp:cNvPr id="0" name=""/>
        <dsp:cNvSpPr/>
      </dsp:nvSpPr>
      <dsp:spPr>
        <a:xfrm>
          <a:off x="0" y="4477844"/>
          <a:ext cx="1652993" cy="7169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</a:t>
          </a:r>
          <a:endParaRPr lang="en-MY" sz="2800" kern="1200" dirty="0"/>
        </a:p>
      </dsp:txBody>
      <dsp:txXfrm>
        <a:off x="35004" y="4512848"/>
        <a:ext cx="1582985" cy="681934"/>
      </dsp:txXfrm>
    </dsp:sp>
    <dsp:sp modelId="{462B67FB-E337-4210-B75B-8DC97CB63DE5}">
      <dsp:nvSpPr>
        <dsp:cNvPr id="0" name=""/>
        <dsp:cNvSpPr/>
      </dsp:nvSpPr>
      <dsp:spPr>
        <a:xfrm>
          <a:off x="0" y="5194783"/>
          <a:ext cx="6357668" cy="143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Bukti </a:t>
          </a:r>
          <a:r>
            <a:rPr lang="en-US" sz="1600" kern="1200" dirty="0" err="1"/>
            <a:t>Rekod</a:t>
          </a:r>
          <a:r>
            <a:rPr lang="en-US" sz="1600" kern="1200" dirty="0"/>
            <a:t> </a:t>
          </a:r>
          <a:r>
            <a:rPr lang="en-US" sz="1600" kern="1200" dirty="0" err="1"/>
            <a:t>Penilaian</a:t>
          </a:r>
          <a:r>
            <a:rPr lang="en-US" sz="1600" kern="1200" dirty="0"/>
            <a:t> </a:t>
          </a:r>
          <a:r>
            <a:rPr lang="en-US" sz="1600" kern="1200" dirty="0" err="1"/>
            <a:t>Pengetahuan</a:t>
          </a:r>
          <a:r>
            <a:rPr lang="en-US" sz="1600" kern="1200" dirty="0"/>
            <a:t> </a:t>
          </a:r>
          <a:endParaRPr lang="en-MY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Bukti </a:t>
          </a:r>
          <a:r>
            <a:rPr lang="en-US" sz="1600" kern="1200" dirty="0" err="1"/>
            <a:t>Rekod</a:t>
          </a:r>
          <a:r>
            <a:rPr lang="en-US" sz="1600" kern="1200" dirty="0"/>
            <a:t> </a:t>
          </a:r>
          <a:r>
            <a:rPr lang="en-US" sz="1600" kern="1200" dirty="0" err="1"/>
            <a:t>Penilaian</a:t>
          </a:r>
          <a:r>
            <a:rPr lang="en-US" sz="1600" kern="1200" dirty="0"/>
            <a:t> </a:t>
          </a:r>
          <a:r>
            <a:rPr lang="en-US" sz="1600" kern="1200" dirty="0" err="1"/>
            <a:t>Pengetahuan</a:t>
          </a:r>
          <a:r>
            <a:rPr lang="en-US" sz="1600" kern="1200" dirty="0"/>
            <a:t> Core Abilities</a:t>
          </a:r>
          <a:endParaRPr lang="en-MY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200" kern="1200" dirty="0"/>
            <a:t>*</a:t>
          </a:r>
          <a:r>
            <a:rPr lang="en-US" sz="1200" kern="1200" dirty="0" err="1"/>
            <a:t>Boleh</a:t>
          </a:r>
          <a:r>
            <a:rPr lang="en-US" sz="1200" kern="1200" dirty="0"/>
            <a:t> </a:t>
          </a:r>
          <a:r>
            <a:rPr lang="en-US" sz="1200" kern="1200" dirty="0" err="1"/>
            <a:t>membekalkan</a:t>
          </a:r>
          <a:r>
            <a:rPr lang="en-US" sz="1200" kern="1200" dirty="0"/>
            <a:t> </a:t>
          </a:r>
          <a:r>
            <a:rPr lang="en-US" sz="1200" kern="1200" dirty="0" err="1"/>
            <a:t>senarai</a:t>
          </a:r>
          <a:r>
            <a:rPr lang="en-US" sz="1200" kern="1200" dirty="0"/>
            <a:t> </a:t>
          </a:r>
          <a:r>
            <a:rPr lang="en-US" sz="1200" kern="1200" dirty="0" err="1"/>
            <a:t>ringkasan</a:t>
          </a:r>
          <a:r>
            <a:rPr lang="en-US" sz="1200" kern="1200" dirty="0"/>
            <a:t> </a:t>
          </a:r>
          <a:r>
            <a:rPr lang="en-US" sz="1200" kern="1200" dirty="0" err="1"/>
            <a:t>keputusan</a:t>
          </a:r>
          <a:r>
            <a:rPr lang="en-US" sz="1200" kern="1200" dirty="0"/>
            <a:t> </a:t>
          </a:r>
          <a:r>
            <a:rPr lang="en-US" sz="1200" kern="1200" dirty="0" err="1"/>
            <a:t>penilaian</a:t>
          </a:r>
          <a:r>
            <a:rPr lang="en-US" sz="1200" kern="1200" dirty="0"/>
            <a:t> (Jika </a:t>
          </a:r>
          <a:r>
            <a:rPr lang="en-US" sz="1200" kern="1200" dirty="0" err="1"/>
            <a:t>penilaian</a:t>
          </a:r>
          <a:r>
            <a:rPr lang="en-US" sz="1200" kern="1200" dirty="0"/>
            <a:t> online)</a:t>
          </a:r>
          <a:endParaRPr lang="en-MY" sz="1600" kern="1200" dirty="0"/>
        </a:p>
      </dsp:txBody>
      <dsp:txXfrm>
        <a:off x="0" y="5194783"/>
        <a:ext cx="6357668" cy="1434091"/>
      </dsp:txXfrm>
    </dsp:sp>
    <dsp:sp modelId="{3A735CA7-A4E3-4304-830E-B144385DFA3E}">
      <dsp:nvSpPr>
        <dsp:cNvPr id="0" name=""/>
        <dsp:cNvSpPr/>
      </dsp:nvSpPr>
      <dsp:spPr>
        <a:xfrm>
          <a:off x="1652993" y="6509741"/>
          <a:ext cx="4704674" cy="1019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Salinan </a:t>
          </a:r>
          <a:r>
            <a:rPr lang="en-US" sz="1400" b="1" kern="1200" dirty="0" err="1"/>
            <a:t>Dokumen-Dokumen</a:t>
          </a:r>
          <a:r>
            <a:rPr lang="en-US" sz="1400" b="1" kern="1200" dirty="0"/>
            <a:t> </a:t>
          </a:r>
          <a:r>
            <a:rPr lang="en-US" sz="1400" b="1" kern="1200" dirty="0" err="1"/>
            <a:t>Penilaian</a:t>
          </a:r>
          <a:r>
            <a:rPr lang="en-US" sz="1400" b="1" kern="1200" dirty="0"/>
            <a:t> </a:t>
          </a:r>
          <a:r>
            <a:rPr lang="en-US" sz="1400" b="1" kern="1200" dirty="0" err="1"/>
            <a:t>Kekompetenan</a:t>
          </a:r>
          <a:r>
            <a:rPr lang="en-US" sz="1400" b="1" kern="1200" dirty="0"/>
            <a:t> (</a:t>
          </a:r>
          <a:r>
            <a:rPr lang="en-US" sz="1400" b="1" kern="1200" dirty="0" err="1"/>
            <a:t>Pengalaman</a:t>
          </a:r>
          <a:r>
            <a:rPr lang="en-US" sz="1400" b="1" kern="1200" dirty="0"/>
            <a:t> </a:t>
          </a:r>
          <a:r>
            <a:rPr lang="en-US" sz="1400" b="1" kern="1200" dirty="0" err="1"/>
            <a:t>Kerja</a:t>
          </a:r>
          <a:r>
            <a:rPr lang="en-US" sz="1400" b="1" kern="1200" dirty="0"/>
            <a:t>)</a:t>
          </a:r>
          <a:endParaRPr lang="en-MY" sz="1400" b="1" kern="1200" dirty="0"/>
        </a:p>
      </dsp:txBody>
      <dsp:txXfrm>
        <a:off x="1652993" y="6509741"/>
        <a:ext cx="4704674" cy="1019256"/>
      </dsp:txXfrm>
    </dsp:sp>
    <dsp:sp modelId="{C952996B-F82E-41AB-A9BF-C59A737E01FF}">
      <dsp:nvSpPr>
        <dsp:cNvPr id="0" name=""/>
        <dsp:cNvSpPr/>
      </dsp:nvSpPr>
      <dsp:spPr>
        <a:xfrm>
          <a:off x="0" y="6815880"/>
          <a:ext cx="1652993" cy="7169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 </a:t>
          </a:r>
          <a:endParaRPr lang="en-MY" sz="2800" kern="1200" dirty="0"/>
        </a:p>
      </dsp:txBody>
      <dsp:txXfrm>
        <a:off x="35004" y="6850884"/>
        <a:ext cx="1582985" cy="681934"/>
      </dsp:txXfrm>
    </dsp:sp>
    <dsp:sp modelId="{E9DDEB49-81E5-400B-8BBC-81509FCE2AF8}">
      <dsp:nvSpPr>
        <dsp:cNvPr id="0" name=""/>
        <dsp:cNvSpPr/>
      </dsp:nvSpPr>
      <dsp:spPr>
        <a:xfrm>
          <a:off x="0" y="7683978"/>
          <a:ext cx="6357668" cy="143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Bukti </a:t>
          </a:r>
          <a:r>
            <a:rPr lang="en-US" sz="1600" kern="1200" dirty="0" err="1"/>
            <a:t>aktiviti</a:t>
          </a:r>
          <a:r>
            <a:rPr lang="en-US" sz="1600" kern="1200" dirty="0"/>
            <a:t> </a:t>
          </a:r>
          <a:r>
            <a:rPr lang="en-US" sz="1600" kern="1200" dirty="0" err="1"/>
            <a:t>kerja</a:t>
          </a:r>
          <a:r>
            <a:rPr lang="en-US" sz="1600" kern="1200" dirty="0"/>
            <a:t> </a:t>
          </a:r>
          <a:r>
            <a:rPr lang="en-US" sz="1600" kern="1200" dirty="0" err="1"/>
            <a:t>mengikut</a:t>
          </a:r>
          <a:r>
            <a:rPr lang="en-US" sz="1600" kern="1200" dirty="0"/>
            <a:t> CU-WA </a:t>
          </a:r>
          <a:r>
            <a:rPr lang="en-US" sz="1600" kern="1200" dirty="0" err="1"/>
            <a:t>atau</a:t>
          </a:r>
          <a:r>
            <a:rPr lang="en-US" sz="1600" kern="1200" dirty="0"/>
            <a:t> Proses </a:t>
          </a:r>
          <a:r>
            <a:rPr lang="en-US" sz="1600" kern="1200" dirty="0" err="1"/>
            <a:t>Kerja</a:t>
          </a:r>
          <a:endParaRPr lang="en-MY" sz="1600" kern="1200" dirty="0"/>
        </a:p>
      </dsp:txBody>
      <dsp:txXfrm>
        <a:off x="0" y="7683978"/>
        <a:ext cx="6357668" cy="14340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803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26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5950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2906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934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5242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6957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347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122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8840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09596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6605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A4DACE9-EBE5-5C6A-3E39-99D44CFE0C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5714148"/>
              </p:ext>
            </p:extLst>
          </p:nvPr>
        </p:nvGraphicFramePr>
        <p:xfrm>
          <a:off x="327804" y="664508"/>
          <a:ext cx="6357668" cy="9120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B17B17F-2298-1255-68E3-B234F49B6FF5}"/>
              </a:ext>
            </a:extLst>
          </p:cNvPr>
          <p:cNvSpPr/>
          <p:nvPr/>
        </p:nvSpPr>
        <p:spPr>
          <a:xfrm>
            <a:off x="172528" y="120770"/>
            <a:ext cx="6512944" cy="53483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Susunan</a:t>
            </a:r>
            <a:r>
              <a:rPr lang="en-US" sz="2400" dirty="0"/>
              <a:t> &amp; </a:t>
            </a:r>
            <a:r>
              <a:rPr lang="en-US" sz="2400" dirty="0" err="1"/>
              <a:t>Kandungan</a:t>
            </a:r>
            <a:r>
              <a:rPr lang="en-US" sz="2400" dirty="0"/>
              <a:t> </a:t>
            </a:r>
            <a:r>
              <a:rPr lang="en-US" sz="2400" dirty="0" err="1"/>
              <a:t>Kompilasi</a:t>
            </a:r>
            <a:r>
              <a:rPr lang="en-US" sz="2400" dirty="0"/>
              <a:t> Kemahiran </a:t>
            </a:r>
            <a:r>
              <a:rPr lang="en-US" sz="2400" dirty="0" err="1"/>
              <a:t>Kerja</a:t>
            </a:r>
            <a:endParaRPr lang="en-MY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1DD53B-41D7-D7B2-305B-5FA8BA89082E}"/>
              </a:ext>
            </a:extLst>
          </p:cNvPr>
          <p:cNvSpPr/>
          <p:nvPr/>
        </p:nvSpPr>
        <p:spPr>
          <a:xfrm>
            <a:off x="172528" y="615482"/>
            <a:ext cx="6512944" cy="92524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Laporan Penilaian Bukti Kekompetenan Calon — JPK/ADI/03-2024 (Lampiran 6)</a:t>
            </a:r>
          </a:p>
          <a:p>
            <a:r>
              <a:t>2. Slip Pengesahan Pendaftaran Calon ADI (MySPIKE)</a:t>
            </a:r>
          </a:p>
          <a:p>
            <a:r>
              <a:t>3. Surat Tawaran Kerja Bakat ADI + surat terima tawaran</a:t>
            </a:r>
          </a:p>
          <a:p>
            <a:r>
              <a:t>4. Carta Profil Kompetensi (CPC)</a:t>
            </a:r>
          </a:p>
          <a:p>
            <a:r>
              <a:t>5. Matriks Pemetaan NOSS vs Proses Kerja</a:t>
            </a:r>
          </a:p>
          <a:p>
            <a:r>
              <a:t>6. Borang Perakuan Pembimbing ADI — JPK/ADI/01-2024 (Lampiran 4)</a:t>
            </a:r>
          </a:p>
          <a:p>
            <a:r>
              <a:t>7. Jadual Perancangan Pelaksanaan Program</a:t>
            </a:r>
          </a:p>
          <a:p>
            <a:r>
              <a:t>8. Salinan Dokumen Penilaian Pengetahuan (CU/EU + Core Abilities)</a:t>
            </a:r>
          </a:p>
          <a:p>
            <a:r>
              <a:t>9. Salinan Dokumen Penilaian Kekompetenan (Pengalaman Kerja) — P01–P11</a:t>
            </a:r>
          </a:p>
          <a:p>
            <a:r>
              <a:t>Bilangan bukti setiap Proses Kerja (P01–P11):</a:t>
            </a:r>
          </a:p>
          <a:p>
            <a:r>
              <a:t>P01=6, P02=2, P03=1, P04=1, P05=2, P06=3, P07=4, P08=2, P09=3, P10=2, P11=3</a:t>
            </a:r>
          </a:p>
        </p:txBody>
      </p:sp>
    </p:spTree>
    <p:extLst>
      <p:ext uri="{BB962C8B-B14F-4D97-AF65-F5344CB8AC3E}">
        <p14:creationId xmlns:p14="http://schemas.microsoft.com/office/powerpoint/2010/main" val="186449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67</TotalTime>
  <Words>75</Words>
  <Application>Microsoft Macintosh PowerPoint</Application>
  <PresentationFormat>A4 Paper (210x297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Kiwi Tan Kee Voon</dc:creator>
  <cp:lastModifiedBy>Kiwi Tan Kee Voon</cp:lastModifiedBy>
  <cp:revision>3</cp:revision>
  <cp:lastPrinted>2025-04-07T08:38:24Z</cp:lastPrinted>
  <dcterms:created xsi:type="dcterms:W3CDTF">2023-04-26T14:41:54Z</dcterms:created>
  <dcterms:modified xsi:type="dcterms:W3CDTF">2026-02-12T08:28:49Z</dcterms:modified>
</cp:coreProperties>
</file>